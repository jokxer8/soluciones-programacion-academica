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Solución Ejercicios 1-3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ADCFC"/>
                </a:solidFill>
              </a:defRPr>
            </a:pPr>
            <a:r>
              <a:t>Transformación DER a Modelo Relacional y Normalización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Ejercicio 1: Transformación DER → Modelo Relacional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Análisis del Diagrama Entidad-Relación de la Flotilla de Aeronaves: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Entidades identificadas: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AERONAVE (entidad principal)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MODELO (entidad con relación 1:M con AERONAVE)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FABRICANTE (entidad con relación M:N con MODELO)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AEROPUERTO (relación M:M temporal con AERONAVE - Basado)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MANTENIMIENTO (entidad débil de AERONAVE)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TALLER (entidad relacionada con MANTENIMIENTO)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ESTADO (entidad débil temporal de AERONAVE)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SUCURSAL (entidad del FABRICANTE)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Modelo Relacional: Entidades Principales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Tabla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Atributos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Clave Primaria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AERONAVE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manufacturer_serial_num, tail_number, fecha_fabricacion, horas_vuelo, max_asientos, id_modelo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manufacturer_serial_num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id_modelo, familia_modelo, variante_modelo, clase_aeronave, id_fabricante (FK)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id_modelo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FABRICANTE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id_fabricante, nombre_fabricante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id_fabricante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AEROPUERTO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iata, nombre_aeropuerto, ciudad_aeropuerto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iata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TALLER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id_taller, nombre_taller, tipo_taller, ciudad_taller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id_taller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Modelo Relacional: Entidades Débiles y Relaciones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Tabla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Atributos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Clave Primaria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MANTENIMIENTO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id_mantenimiento, manufacturer_serial_num (FK), fecha_inicio, fecha_final, tipo_mantenimiento, descripcion, costo_mantenimiento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id_mantenimiento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manufacturer_serial_num (FK), fecha_inicio, fecha_fin, condicion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(manufacturer_serial_num, fecha_inicio)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REALIZA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id_mantenimiento (FK), id_taller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(id_mantenimiento, id_taller)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BASADO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manufacturer_serial_num (FK), iata (FK), fecha_inicio, fecha_fin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(manufacturer_serial_num, iata, fecha_inicio)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SUCURSAL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id_fabricante (FK), sucursal_ciudad, sucursal_telefono, extension_representante, sucursal_correo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(id_fabricante, sucursal_ciudad)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Ejercicio 1b: Datos de Ejemplo Insertados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Se insertaron 3 aeronaves con toda su información relacionada: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AERONAVE 1: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Serial: MSN001-787-2020, Tail: XA-ABC, Boeing 787-9 Dreamliner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Basado en MEX (CDMX) desde 2020-03-15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Estado: Operacional desde 2020-03-15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2 mantenimientos registrados (2024 y 2025)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AERONAVE 2: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Serial: MSN002-320-2019, Tail: XA-DEF, Airbus A320neo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Basado en MTY (Monterrey) desde 2019-06-20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Estado: En Mantenimiento desde 2025-01-10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AERONAVE 3: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Serial: MSN003-737-2021, Tail: XA-GHI, Boeing 737 MAX 8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Basado en GDL (Guadalajara) desde 2021-02-10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Ejercicio 1c: ¿Se violaron restricciones?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NO se violaron restricciones. Análisis detallado: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✓ Integridad de entidad: Todas las claves primarias son únicas y no nulas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✓ Integridad referencial: Todas las claves foráneas referencian valores existentes: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AERONAVE.id_modelo → MODELO.id_modelo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MODELO.id_fabricante → FABRICANTE.id_fabricante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MANTENIMIENTO.manufacturer_serial_num → AERONAVE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BASADO (aeronave, aeropuerto) → claves válidas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✓ Cardinalidades respetadas: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1:M entre MODELO y AERONAVE (cada aeronave tiene 1 modelo)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M:N entre MANTENIMIENTO y TALLER (a través de REALIZA)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M:M temporal entre AERONAVE y AEROPUERTO (con fechas)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Ejercicio 1d: Necesidades de Información Satisfechas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La base de datos permite obtener información para toma de decisiones: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1. Gestión de Flotilla: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Aeronaves por modelo, fabricante, base de operación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Horas de vuelo acumuladas por aeronave (planificación de mantenimiento)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2. Control de Mantenimiento: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Historial completo de mantenimientos por aeronave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Costos de mantenimiento por tipo, taller, periodo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Identificación de talleres más utilizados/confiables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3. Disponibilidad Operacional: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Estado actual de cada aeronave (Operacional, En Mantenimiento, Fuera de Servicio)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Aeronaves disponibles por base/aeropuerto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4. Análisis de Fabricantes: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Modelos en flota por fabricante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Contacto con sucursales de fabricantes para soporte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Limitaciones del Diseño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Limitaciones identificadas: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1. No se registran VUELOS realizados: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No hay información de rutas, frecuencias, rentabilidad por aeronave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No se puede analizar utilización real vs. capacidad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2. No hay seguimiento de TRIPULACIÓN: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No se asignan pilotos, copilotos, sobrecargos a aeronaves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No se gestiona certificación de personal por modelo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3. Gestión financiera limitada: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Solo se captura costo de mantenimiento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Falta: costo de adquisición, depreciación, seguros, combustible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4. No hay información de ASIENTOS/CONFIGURACIÓN: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Solo se registra max_asientos, pero no la configuración real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Falta: clases (económica, ejecutiva), distribución de asientos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Ejercicio 2: Regresando al 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ADCFC"/>
                </a:solidFill>
              </a:defRPr>
            </a:pPr>
            <a:r>
              <a:t>Correcciones y Mejoras al Diseño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Correcciones Aplicadas al 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Problemas identificados y soluciones: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1. ESTADO como entidad débil temporal: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✓ CORRECTO: Permite historial de estados con fechas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✓ Clave: (manufacturer_serial_num, fecha_inicio)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2. Relación BASADO (AERONAVE-AEROPUERTO):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✓ CORRECTO: Relación M:M temporal con fecha_inicio y fecha_fin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✓ Permite registrar cambios de base a lo largo del tiempo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3. Relación REALIZA (MANTENIMIENTO-TALLER):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✓ CORRECTO: M:N permite que varios talleres participen en un mantenimiento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✓ Ejemplo: inspección estructural puede requerir taller especializado + taller general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4. SUCURSAL como entidad débil de FABRICANTE: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✓ CORRECTO: Clave (id_fabricante, sucursal_ciudad)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✓ Permite múltiples sucursales por fabricante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Mejoras Propuestas (Opcional para Versión 2.0)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Para una solución más completa se podría agregar: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1. Entidad VUELO: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Atributos: numero_vuelo, fecha, hora_salida, hora_llegada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Relaciones: AERONAVE (1:M), AEROPUERTO_ORIGEN (M:1), AEROPUERTO_DESTINO (M:1)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2. Entidad TRIPULACIÓN: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Atributos: id_empleado, nombre, tipo (piloto/copiloto/sobrecargo), licencias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Relación M:N con VUELO (asignación de personal)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3. Entidad CONFIGURACIÓN_ASIENTOS: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Atributos: manufacturer_serial_num (FK), clase, cantidad_asientos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Ejemplo: 12 ejecutivos, 138 económicos para un 737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4. Entidad FINANCIERO: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 • Costo adquisición, depreciación anual, valor en libros, seguros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Ejercicio 3: Normalización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ADCFC"/>
                </a:solidFill>
              </a:defRPr>
            </a:pPr>
            <a:r>
              <a:t>Verificación hasta 3FN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Primera Forma Normal (1FN)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Requisito: Eliminar grupos repetitivos y asegurar atomicidad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✓ TODAS LAS TABLAS CUMPLEN 1FN: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Todos los atributos contienen valores atómicos (no hay listas ni conjuntos)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No hay grupos repetitivos en ninguna tabla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Cada celda contiene un solo valor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Ejemplos de cumplimiento: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AERONAVE: Cada atributo es atómico (serial, tail_number, fecha, horas_vuelo)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MANTENIMIENTO: fecha_inicio y fecha_final son atómicas (no hay rangos)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SUCURSAL: telefono es un valor, no una lista de teléfonos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Conclusión: El modelo ya está en 1FN desde el diseño inicial.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Segunda Forma Normal (2FN)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Requisito: Cumplir 1FN + eliminar dependencias parciales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(Todo atributo no-clave debe depender de TODA la clave primaria)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✓ TODAS LAS TABLAS CUMPLEN 2FN: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Análisis por tabla: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Tablas con clave simple (no pueden tener dependencias parciales):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AERONAVE (PK: manufacturer_serial_num)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MODELO (PK: id_modelo)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FABRICANTE (PK: id_fabricante)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AEROPUERTO (PK: iata)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TALLER (PK: id_taller)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MANTENIMIENTO (PK: id_mantenimiento)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2FN: Análisis de Claves Compuestas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Tablas con clave compuesta analizadas: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ESTADO (PK: manufacturer_serial_num, fecha_inicio):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condicion depende de AMBAS partes de la clave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fecha_fin depende del periodo específico identificado por (aeronave + fecha_inicio)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BASADO (PK: manufacturer_serial_num, iata, fecha_inicio):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fecha_fin depende de la asignación específica (aeronave + aeropuerto + inicio)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REALIZA (PK: id_mantenimiento, id_taller):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No tiene atributos no-clave, solo la relación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SUCURSAL (PK: id_fabricante, sucursal_ciudad):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telefono, extension, correo dependen de la sucursal específica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Conclusión: No hay dependencias parciales. El modelo está en 2FN.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Tercera Forma Normal (3FN)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Requisito: Cumplir 2FN + eliminar dependencias transitivas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(Ningún atributo no-clave depende de otro atributo no-clave)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✓ TODAS LAS TABLAS CUMPLEN 3FN: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Análisis de dependencias transitivas: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AERONAVE: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manufacturer_serial_num → tail_number, fecha_fabricacion, horas_vuelo, max_asientos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max_asientos podría depender de id_modelo, PERO está en AERONAVE porque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representa la configuración ESPECÍFICA de esta aeronave (puede diferir del modelo base)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MODELO: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id_modelo → familia_modelo, variante_modelo, clase_aeronave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No hay dependencias transitivas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3FN: Análisis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MANTENIMIENTO: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id_mantenimiento → todos los atributos directamente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tipo_mantenimiento NO determina costo (el costo varía)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TALLER: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id_taller → nombre_taller, tipo_taller, ciudad_taller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tipo_taller NO determina ciudad (pueden haber varios de cada tipo)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FABRICANTE: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id_fabricante → nombre_fabricante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Tabla simple sin dependencias transitivas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AEROPUERTO: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iata → nombre_aeropuerto, ciudad_aeropuerto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nombre NO determina ciudad (pueden existir homónimos) ✓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Conclusión: NO existen dependencias transitivas.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El modelo relacional está COMPLETAMENTE NORMALIZADO hasta 3FN.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Análisis BCNF (Opcional)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BCNF es más restrictiva que 3FN: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Para toda dependencia funcional X → Y, X debe ser superclave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Análisis del modelo: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✓ TODAS LAS TABLAS CUMPLEN BCNF: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En todas las tablas, las claves primarias son las únicas determinantes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No existen dependencias donde un no-clave determine a otro no-clave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No hay claves candidatas alternativas que creen anomalías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Ejemplos verificados: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AERONAVE: solo manufacturer_serial_num determina otros atributos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MODELO: solo id_modelo determina otros atributos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ESTADO: solo (aeronave, fecha_inicio) determinan condicion y fecha_fin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Conclusión: El modelo está en BCNF (máxima normalización práctica).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Resumen: Estado de Normalización por Tabla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Tabla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1FN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2FN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3FN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AERONAVE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FABRICANTE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AEROPUERTO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TALLER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MANTENIMIENTO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BASADO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REALIZA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SUCURSAL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Conclusiones Generales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Logros del ejercicio: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✓ Transformación exitosa del DER al Modelo Relacional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10 tablas identificadas correctamente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Relaciones 1:M, M:N y temporales implementadas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✓ Datos de ejemplo sin violación de restricciones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Integridad de entidad y referencial garantizada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3 aeronaves con información completa insertadas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✓ Modelo completamente normalizado hasta BCNF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No hay redundancia de datos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No hay anomalías de inserción, actualización o eliminación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  • Óptimo para consultas y mantenimiento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El diseño está listo para implementación en un SGBD relacional.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