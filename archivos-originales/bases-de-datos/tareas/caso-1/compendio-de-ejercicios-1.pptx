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60" r:id="rId5"/>
    <p:sldId id="259" r:id="rId6"/>
    <p:sldId id="262" r:id="rId7"/>
    <p:sldId id="261" r:id="rId8"/>
    <p:sldId id="263" r:id="rId9"/>
    <p:sldId id="264" r:id="rId10"/>
  </p:sldIdLst>
  <p:sldSz cx="12192000" cy="6858000"/>
  <p:notesSz cx="6858000" cy="9144000"/>
  <p:defaultTextStyle>
    <a:defPPr>
      <a:defRPr lang="es-D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0790"/>
    <p:restoredTop sz="95337"/>
  </p:normalViewPr>
  <p:slideViewPr>
    <p:cSldViewPr snapToGrid="0" snapToObjects="1">
      <p:cViewPr varScale="1">
        <p:scale>
          <a:sx n="128" d="100"/>
          <a:sy n="128" d="100"/>
        </p:scale>
        <p:origin x="784"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C39C20D-E8E7-BE45-8363-90E8027D6965}"/>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DO"/>
          </a:p>
        </p:txBody>
      </p:sp>
      <p:sp>
        <p:nvSpPr>
          <p:cNvPr id="3" name="Subtítulo 2">
            <a:extLst>
              <a:ext uri="{FF2B5EF4-FFF2-40B4-BE49-F238E27FC236}">
                <a16:creationId xmlns:a16="http://schemas.microsoft.com/office/drawing/2014/main" id="{4A8AC31E-5771-6847-9E1C-85EAD8114C9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DO"/>
          </a:p>
        </p:txBody>
      </p:sp>
      <p:sp>
        <p:nvSpPr>
          <p:cNvPr id="4" name="Marcador de fecha 3">
            <a:extLst>
              <a:ext uri="{FF2B5EF4-FFF2-40B4-BE49-F238E27FC236}">
                <a16:creationId xmlns:a16="http://schemas.microsoft.com/office/drawing/2014/main" id="{358253A5-3945-414D-84AB-FB31E51A0425}"/>
              </a:ext>
            </a:extLst>
          </p:cNvPr>
          <p:cNvSpPr>
            <a:spLocks noGrp="1"/>
          </p:cNvSpPr>
          <p:nvPr>
            <p:ph type="dt" sz="half" idx="10"/>
          </p:nvPr>
        </p:nvSpPr>
        <p:spPr/>
        <p:txBody>
          <a:bodyPr/>
          <a:lstStyle/>
          <a:p>
            <a:fld id="{B62F8502-CDAD-6F4D-A718-CA43EE60C0CA}" type="datetimeFigureOut">
              <a:rPr lang="es-DO" smtClean="0"/>
              <a:t>4/2/26</a:t>
            </a:fld>
            <a:endParaRPr lang="es-DO"/>
          </a:p>
        </p:txBody>
      </p:sp>
      <p:sp>
        <p:nvSpPr>
          <p:cNvPr id="5" name="Marcador de pie de página 4">
            <a:extLst>
              <a:ext uri="{FF2B5EF4-FFF2-40B4-BE49-F238E27FC236}">
                <a16:creationId xmlns:a16="http://schemas.microsoft.com/office/drawing/2014/main" id="{0DAA2B94-B009-C242-B8D2-D6D49B6811AE}"/>
              </a:ext>
            </a:extLst>
          </p:cNvPr>
          <p:cNvSpPr>
            <a:spLocks noGrp="1"/>
          </p:cNvSpPr>
          <p:nvPr>
            <p:ph type="ftr" sz="quarter" idx="11"/>
          </p:nvPr>
        </p:nvSpPr>
        <p:spPr/>
        <p:txBody>
          <a:bodyPr/>
          <a:lstStyle/>
          <a:p>
            <a:endParaRPr lang="es-DO"/>
          </a:p>
        </p:txBody>
      </p:sp>
      <p:sp>
        <p:nvSpPr>
          <p:cNvPr id="6" name="Marcador de número de diapositiva 5">
            <a:extLst>
              <a:ext uri="{FF2B5EF4-FFF2-40B4-BE49-F238E27FC236}">
                <a16:creationId xmlns:a16="http://schemas.microsoft.com/office/drawing/2014/main" id="{534F95B8-E3E5-2648-AAD9-2261F81B7A8D}"/>
              </a:ext>
            </a:extLst>
          </p:cNvPr>
          <p:cNvSpPr>
            <a:spLocks noGrp="1"/>
          </p:cNvSpPr>
          <p:nvPr>
            <p:ph type="sldNum" sz="quarter" idx="12"/>
          </p:nvPr>
        </p:nvSpPr>
        <p:spPr/>
        <p:txBody>
          <a:bodyPr/>
          <a:lstStyle/>
          <a:p>
            <a:fld id="{D3DD3969-DE01-154B-A88F-F5A54D752C6D}" type="slidenum">
              <a:rPr lang="es-DO" smtClean="0"/>
              <a:t>‹Nº›</a:t>
            </a:fld>
            <a:endParaRPr lang="es-DO"/>
          </a:p>
        </p:txBody>
      </p:sp>
    </p:spTree>
    <p:extLst>
      <p:ext uri="{BB962C8B-B14F-4D97-AF65-F5344CB8AC3E}">
        <p14:creationId xmlns:p14="http://schemas.microsoft.com/office/powerpoint/2010/main" val="28077688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8BFF251-8318-884B-8B95-65FFD5A25DA1}"/>
              </a:ext>
            </a:extLst>
          </p:cNvPr>
          <p:cNvSpPr>
            <a:spLocks noGrp="1"/>
          </p:cNvSpPr>
          <p:nvPr>
            <p:ph type="title"/>
          </p:nvPr>
        </p:nvSpPr>
        <p:spPr/>
        <p:txBody>
          <a:bodyPr/>
          <a:lstStyle/>
          <a:p>
            <a:r>
              <a:rPr lang="es-ES"/>
              <a:t>Haga clic para modificar el estilo de título del patrón</a:t>
            </a:r>
            <a:endParaRPr lang="es-DO"/>
          </a:p>
        </p:txBody>
      </p:sp>
      <p:sp>
        <p:nvSpPr>
          <p:cNvPr id="3" name="Marcador de contenido 2">
            <a:extLst>
              <a:ext uri="{FF2B5EF4-FFF2-40B4-BE49-F238E27FC236}">
                <a16:creationId xmlns:a16="http://schemas.microsoft.com/office/drawing/2014/main" id="{028DDDF8-F776-FC40-9375-3467A1B4BDCB}"/>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DO"/>
          </a:p>
        </p:txBody>
      </p:sp>
      <p:sp>
        <p:nvSpPr>
          <p:cNvPr id="4" name="Marcador de fecha 3">
            <a:extLst>
              <a:ext uri="{FF2B5EF4-FFF2-40B4-BE49-F238E27FC236}">
                <a16:creationId xmlns:a16="http://schemas.microsoft.com/office/drawing/2014/main" id="{55213D8A-1C16-0A49-8AB8-E865022FB851}"/>
              </a:ext>
            </a:extLst>
          </p:cNvPr>
          <p:cNvSpPr>
            <a:spLocks noGrp="1"/>
          </p:cNvSpPr>
          <p:nvPr>
            <p:ph type="dt" sz="half" idx="10"/>
          </p:nvPr>
        </p:nvSpPr>
        <p:spPr/>
        <p:txBody>
          <a:bodyPr/>
          <a:lstStyle/>
          <a:p>
            <a:fld id="{B62F8502-CDAD-6F4D-A718-CA43EE60C0CA}" type="datetimeFigureOut">
              <a:rPr lang="es-DO" smtClean="0"/>
              <a:t>4/2/26</a:t>
            </a:fld>
            <a:endParaRPr lang="es-DO"/>
          </a:p>
        </p:txBody>
      </p:sp>
      <p:sp>
        <p:nvSpPr>
          <p:cNvPr id="5" name="Marcador de pie de página 4">
            <a:extLst>
              <a:ext uri="{FF2B5EF4-FFF2-40B4-BE49-F238E27FC236}">
                <a16:creationId xmlns:a16="http://schemas.microsoft.com/office/drawing/2014/main" id="{F8780537-6EE2-0F43-8E06-D5DC0B4C2059}"/>
              </a:ext>
            </a:extLst>
          </p:cNvPr>
          <p:cNvSpPr>
            <a:spLocks noGrp="1"/>
          </p:cNvSpPr>
          <p:nvPr>
            <p:ph type="ftr" sz="quarter" idx="11"/>
          </p:nvPr>
        </p:nvSpPr>
        <p:spPr/>
        <p:txBody>
          <a:bodyPr/>
          <a:lstStyle/>
          <a:p>
            <a:endParaRPr lang="es-DO"/>
          </a:p>
        </p:txBody>
      </p:sp>
      <p:sp>
        <p:nvSpPr>
          <p:cNvPr id="6" name="Marcador de número de diapositiva 5">
            <a:extLst>
              <a:ext uri="{FF2B5EF4-FFF2-40B4-BE49-F238E27FC236}">
                <a16:creationId xmlns:a16="http://schemas.microsoft.com/office/drawing/2014/main" id="{E10A0751-AB18-B843-B249-45BC4EAF65ED}"/>
              </a:ext>
            </a:extLst>
          </p:cNvPr>
          <p:cNvSpPr>
            <a:spLocks noGrp="1"/>
          </p:cNvSpPr>
          <p:nvPr>
            <p:ph type="sldNum" sz="quarter" idx="12"/>
          </p:nvPr>
        </p:nvSpPr>
        <p:spPr/>
        <p:txBody>
          <a:bodyPr/>
          <a:lstStyle/>
          <a:p>
            <a:fld id="{D3DD3969-DE01-154B-A88F-F5A54D752C6D}" type="slidenum">
              <a:rPr lang="es-DO" smtClean="0"/>
              <a:t>‹Nº›</a:t>
            </a:fld>
            <a:endParaRPr lang="es-DO"/>
          </a:p>
        </p:txBody>
      </p:sp>
    </p:spTree>
    <p:extLst>
      <p:ext uri="{BB962C8B-B14F-4D97-AF65-F5344CB8AC3E}">
        <p14:creationId xmlns:p14="http://schemas.microsoft.com/office/powerpoint/2010/main" val="21807293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E4AD81C-86D0-FD48-9949-3E0C4B8463DC}"/>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DO"/>
          </a:p>
        </p:txBody>
      </p:sp>
      <p:sp>
        <p:nvSpPr>
          <p:cNvPr id="3" name="Marcador de texto 2">
            <a:extLst>
              <a:ext uri="{FF2B5EF4-FFF2-40B4-BE49-F238E27FC236}">
                <a16:creationId xmlns:a16="http://schemas.microsoft.com/office/drawing/2014/main" id="{727B75A4-0CA4-8A45-BC61-FCCBDD695F1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F32B7287-6EFA-554E-9568-89F10AAF5C08}"/>
              </a:ext>
            </a:extLst>
          </p:cNvPr>
          <p:cNvSpPr>
            <a:spLocks noGrp="1"/>
          </p:cNvSpPr>
          <p:nvPr>
            <p:ph type="dt" sz="half" idx="10"/>
          </p:nvPr>
        </p:nvSpPr>
        <p:spPr/>
        <p:txBody>
          <a:bodyPr/>
          <a:lstStyle/>
          <a:p>
            <a:fld id="{B62F8502-CDAD-6F4D-A718-CA43EE60C0CA}" type="datetimeFigureOut">
              <a:rPr lang="es-DO" smtClean="0"/>
              <a:t>4/2/26</a:t>
            </a:fld>
            <a:endParaRPr lang="es-DO"/>
          </a:p>
        </p:txBody>
      </p:sp>
      <p:sp>
        <p:nvSpPr>
          <p:cNvPr id="5" name="Marcador de pie de página 4">
            <a:extLst>
              <a:ext uri="{FF2B5EF4-FFF2-40B4-BE49-F238E27FC236}">
                <a16:creationId xmlns:a16="http://schemas.microsoft.com/office/drawing/2014/main" id="{F94D8A93-0177-3A44-91E0-77B9CCAE4530}"/>
              </a:ext>
            </a:extLst>
          </p:cNvPr>
          <p:cNvSpPr>
            <a:spLocks noGrp="1"/>
          </p:cNvSpPr>
          <p:nvPr>
            <p:ph type="ftr" sz="quarter" idx="11"/>
          </p:nvPr>
        </p:nvSpPr>
        <p:spPr/>
        <p:txBody>
          <a:bodyPr/>
          <a:lstStyle/>
          <a:p>
            <a:endParaRPr lang="es-DO"/>
          </a:p>
        </p:txBody>
      </p:sp>
      <p:sp>
        <p:nvSpPr>
          <p:cNvPr id="6" name="Marcador de número de diapositiva 5">
            <a:extLst>
              <a:ext uri="{FF2B5EF4-FFF2-40B4-BE49-F238E27FC236}">
                <a16:creationId xmlns:a16="http://schemas.microsoft.com/office/drawing/2014/main" id="{84962382-9BE5-1B47-8208-7DC59763898B}"/>
              </a:ext>
            </a:extLst>
          </p:cNvPr>
          <p:cNvSpPr>
            <a:spLocks noGrp="1"/>
          </p:cNvSpPr>
          <p:nvPr>
            <p:ph type="sldNum" sz="quarter" idx="12"/>
          </p:nvPr>
        </p:nvSpPr>
        <p:spPr/>
        <p:txBody>
          <a:bodyPr/>
          <a:lstStyle/>
          <a:p>
            <a:fld id="{D3DD3969-DE01-154B-A88F-F5A54D752C6D}" type="slidenum">
              <a:rPr lang="es-DO" smtClean="0"/>
              <a:t>‹Nº›</a:t>
            </a:fld>
            <a:endParaRPr lang="es-DO"/>
          </a:p>
        </p:txBody>
      </p:sp>
    </p:spTree>
    <p:extLst>
      <p:ext uri="{BB962C8B-B14F-4D97-AF65-F5344CB8AC3E}">
        <p14:creationId xmlns:p14="http://schemas.microsoft.com/office/powerpoint/2010/main" val="23391895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CA4A106-20AE-5046-9F3E-5374E9138376}"/>
              </a:ext>
            </a:extLst>
          </p:cNvPr>
          <p:cNvSpPr>
            <a:spLocks noGrp="1"/>
          </p:cNvSpPr>
          <p:nvPr>
            <p:ph type="title"/>
          </p:nvPr>
        </p:nvSpPr>
        <p:spPr/>
        <p:txBody>
          <a:bodyPr/>
          <a:lstStyle/>
          <a:p>
            <a:r>
              <a:rPr lang="es-ES"/>
              <a:t>Haga clic para modificar el estilo de título del patrón</a:t>
            </a:r>
            <a:endParaRPr lang="es-DO"/>
          </a:p>
        </p:txBody>
      </p:sp>
      <p:sp>
        <p:nvSpPr>
          <p:cNvPr id="3" name="Marcador de contenido 2">
            <a:extLst>
              <a:ext uri="{FF2B5EF4-FFF2-40B4-BE49-F238E27FC236}">
                <a16:creationId xmlns:a16="http://schemas.microsoft.com/office/drawing/2014/main" id="{03436EA8-19EC-5C41-A9EE-7FF25A90B829}"/>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DO"/>
          </a:p>
        </p:txBody>
      </p:sp>
      <p:sp>
        <p:nvSpPr>
          <p:cNvPr id="4" name="Marcador de contenido 3">
            <a:extLst>
              <a:ext uri="{FF2B5EF4-FFF2-40B4-BE49-F238E27FC236}">
                <a16:creationId xmlns:a16="http://schemas.microsoft.com/office/drawing/2014/main" id="{F594B57F-5E17-F146-9806-C41B3D456221}"/>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DO"/>
          </a:p>
        </p:txBody>
      </p:sp>
      <p:sp>
        <p:nvSpPr>
          <p:cNvPr id="5" name="Marcador de fecha 4">
            <a:extLst>
              <a:ext uri="{FF2B5EF4-FFF2-40B4-BE49-F238E27FC236}">
                <a16:creationId xmlns:a16="http://schemas.microsoft.com/office/drawing/2014/main" id="{957D8079-B8FE-574A-9A9F-5041AAD3ABBE}"/>
              </a:ext>
            </a:extLst>
          </p:cNvPr>
          <p:cNvSpPr>
            <a:spLocks noGrp="1"/>
          </p:cNvSpPr>
          <p:nvPr>
            <p:ph type="dt" sz="half" idx="10"/>
          </p:nvPr>
        </p:nvSpPr>
        <p:spPr/>
        <p:txBody>
          <a:bodyPr/>
          <a:lstStyle/>
          <a:p>
            <a:fld id="{B62F8502-CDAD-6F4D-A718-CA43EE60C0CA}" type="datetimeFigureOut">
              <a:rPr lang="es-DO" smtClean="0"/>
              <a:t>4/2/26</a:t>
            </a:fld>
            <a:endParaRPr lang="es-DO"/>
          </a:p>
        </p:txBody>
      </p:sp>
      <p:sp>
        <p:nvSpPr>
          <p:cNvPr id="6" name="Marcador de pie de página 5">
            <a:extLst>
              <a:ext uri="{FF2B5EF4-FFF2-40B4-BE49-F238E27FC236}">
                <a16:creationId xmlns:a16="http://schemas.microsoft.com/office/drawing/2014/main" id="{6279AABF-0EC0-8746-9A40-A6E06BFF49B5}"/>
              </a:ext>
            </a:extLst>
          </p:cNvPr>
          <p:cNvSpPr>
            <a:spLocks noGrp="1"/>
          </p:cNvSpPr>
          <p:nvPr>
            <p:ph type="ftr" sz="quarter" idx="11"/>
          </p:nvPr>
        </p:nvSpPr>
        <p:spPr/>
        <p:txBody>
          <a:bodyPr/>
          <a:lstStyle/>
          <a:p>
            <a:endParaRPr lang="es-DO"/>
          </a:p>
        </p:txBody>
      </p:sp>
      <p:sp>
        <p:nvSpPr>
          <p:cNvPr id="7" name="Marcador de número de diapositiva 6">
            <a:extLst>
              <a:ext uri="{FF2B5EF4-FFF2-40B4-BE49-F238E27FC236}">
                <a16:creationId xmlns:a16="http://schemas.microsoft.com/office/drawing/2014/main" id="{247F2C81-2B2A-5C4E-A8B5-25DD57D1FA63}"/>
              </a:ext>
            </a:extLst>
          </p:cNvPr>
          <p:cNvSpPr>
            <a:spLocks noGrp="1"/>
          </p:cNvSpPr>
          <p:nvPr>
            <p:ph type="sldNum" sz="quarter" idx="12"/>
          </p:nvPr>
        </p:nvSpPr>
        <p:spPr/>
        <p:txBody>
          <a:bodyPr/>
          <a:lstStyle/>
          <a:p>
            <a:fld id="{D3DD3969-DE01-154B-A88F-F5A54D752C6D}" type="slidenum">
              <a:rPr lang="es-DO" smtClean="0"/>
              <a:t>‹Nº›</a:t>
            </a:fld>
            <a:endParaRPr lang="es-DO"/>
          </a:p>
        </p:txBody>
      </p:sp>
    </p:spTree>
    <p:extLst>
      <p:ext uri="{BB962C8B-B14F-4D97-AF65-F5344CB8AC3E}">
        <p14:creationId xmlns:p14="http://schemas.microsoft.com/office/powerpoint/2010/main" val="37658546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E09A1D8-BFC1-E54F-AEA4-C313226E9873}"/>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DO"/>
          </a:p>
        </p:txBody>
      </p:sp>
      <p:sp>
        <p:nvSpPr>
          <p:cNvPr id="3" name="Marcador de texto 2">
            <a:extLst>
              <a:ext uri="{FF2B5EF4-FFF2-40B4-BE49-F238E27FC236}">
                <a16:creationId xmlns:a16="http://schemas.microsoft.com/office/drawing/2014/main" id="{FA3BD7CE-3850-0440-985C-9A14F8404D8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13ED81D4-A8E2-8547-88CD-4DC0B1D99E53}"/>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DO"/>
          </a:p>
        </p:txBody>
      </p:sp>
      <p:sp>
        <p:nvSpPr>
          <p:cNvPr id="5" name="Marcador de texto 4">
            <a:extLst>
              <a:ext uri="{FF2B5EF4-FFF2-40B4-BE49-F238E27FC236}">
                <a16:creationId xmlns:a16="http://schemas.microsoft.com/office/drawing/2014/main" id="{C8C06F5F-D2CB-EC40-8925-07EAE615297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CBE43A20-5228-0D41-8A25-26E1C3AB349D}"/>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DO"/>
          </a:p>
        </p:txBody>
      </p:sp>
      <p:sp>
        <p:nvSpPr>
          <p:cNvPr id="7" name="Marcador de fecha 6">
            <a:extLst>
              <a:ext uri="{FF2B5EF4-FFF2-40B4-BE49-F238E27FC236}">
                <a16:creationId xmlns:a16="http://schemas.microsoft.com/office/drawing/2014/main" id="{88B4C34E-A5F1-194D-B70E-FF0F95480284}"/>
              </a:ext>
            </a:extLst>
          </p:cNvPr>
          <p:cNvSpPr>
            <a:spLocks noGrp="1"/>
          </p:cNvSpPr>
          <p:nvPr>
            <p:ph type="dt" sz="half" idx="10"/>
          </p:nvPr>
        </p:nvSpPr>
        <p:spPr/>
        <p:txBody>
          <a:bodyPr/>
          <a:lstStyle/>
          <a:p>
            <a:fld id="{B62F8502-CDAD-6F4D-A718-CA43EE60C0CA}" type="datetimeFigureOut">
              <a:rPr lang="es-DO" smtClean="0"/>
              <a:t>4/2/26</a:t>
            </a:fld>
            <a:endParaRPr lang="es-DO"/>
          </a:p>
        </p:txBody>
      </p:sp>
      <p:sp>
        <p:nvSpPr>
          <p:cNvPr id="8" name="Marcador de pie de página 7">
            <a:extLst>
              <a:ext uri="{FF2B5EF4-FFF2-40B4-BE49-F238E27FC236}">
                <a16:creationId xmlns:a16="http://schemas.microsoft.com/office/drawing/2014/main" id="{B32B156C-078F-F642-8429-E30FC1D3E58D}"/>
              </a:ext>
            </a:extLst>
          </p:cNvPr>
          <p:cNvSpPr>
            <a:spLocks noGrp="1"/>
          </p:cNvSpPr>
          <p:nvPr>
            <p:ph type="ftr" sz="quarter" idx="11"/>
          </p:nvPr>
        </p:nvSpPr>
        <p:spPr/>
        <p:txBody>
          <a:bodyPr/>
          <a:lstStyle/>
          <a:p>
            <a:endParaRPr lang="es-DO"/>
          </a:p>
        </p:txBody>
      </p:sp>
      <p:sp>
        <p:nvSpPr>
          <p:cNvPr id="9" name="Marcador de número de diapositiva 8">
            <a:extLst>
              <a:ext uri="{FF2B5EF4-FFF2-40B4-BE49-F238E27FC236}">
                <a16:creationId xmlns:a16="http://schemas.microsoft.com/office/drawing/2014/main" id="{E4D618B8-7D55-B34F-8BD7-E146625ABE88}"/>
              </a:ext>
            </a:extLst>
          </p:cNvPr>
          <p:cNvSpPr>
            <a:spLocks noGrp="1"/>
          </p:cNvSpPr>
          <p:nvPr>
            <p:ph type="sldNum" sz="quarter" idx="12"/>
          </p:nvPr>
        </p:nvSpPr>
        <p:spPr/>
        <p:txBody>
          <a:bodyPr/>
          <a:lstStyle/>
          <a:p>
            <a:fld id="{D3DD3969-DE01-154B-A88F-F5A54D752C6D}" type="slidenum">
              <a:rPr lang="es-DO" smtClean="0"/>
              <a:t>‹Nº›</a:t>
            </a:fld>
            <a:endParaRPr lang="es-DO"/>
          </a:p>
        </p:txBody>
      </p:sp>
    </p:spTree>
    <p:extLst>
      <p:ext uri="{BB962C8B-B14F-4D97-AF65-F5344CB8AC3E}">
        <p14:creationId xmlns:p14="http://schemas.microsoft.com/office/powerpoint/2010/main" val="3765002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DD64D1D-FB3E-5B49-AA6E-4A892A8B8CF0}"/>
              </a:ext>
            </a:extLst>
          </p:cNvPr>
          <p:cNvSpPr>
            <a:spLocks noGrp="1"/>
          </p:cNvSpPr>
          <p:nvPr>
            <p:ph type="title"/>
          </p:nvPr>
        </p:nvSpPr>
        <p:spPr/>
        <p:txBody>
          <a:bodyPr/>
          <a:lstStyle/>
          <a:p>
            <a:r>
              <a:rPr lang="es-ES"/>
              <a:t>Haga clic para modificar el estilo de título del patrón</a:t>
            </a:r>
            <a:endParaRPr lang="es-DO"/>
          </a:p>
        </p:txBody>
      </p:sp>
      <p:sp>
        <p:nvSpPr>
          <p:cNvPr id="3" name="Marcador de fecha 2">
            <a:extLst>
              <a:ext uri="{FF2B5EF4-FFF2-40B4-BE49-F238E27FC236}">
                <a16:creationId xmlns:a16="http://schemas.microsoft.com/office/drawing/2014/main" id="{75BA4B95-26B2-3749-AAF3-BAED4E2E848B}"/>
              </a:ext>
            </a:extLst>
          </p:cNvPr>
          <p:cNvSpPr>
            <a:spLocks noGrp="1"/>
          </p:cNvSpPr>
          <p:nvPr>
            <p:ph type="dt" sz="half" idx="10"/>
          </p:nvPr>
        </p:nvSpPr>
        <p:spPr/>
        <p:txBody>
          <a:bodyPr/>
          <a:lstStyle/>
          <a:p>
            <a:fld id="{B62F8502-CDAD-6F4D-A718-CA43EE60C0CA}" type="datetimeFigureOut">
              <a:rPr lang="es-DO" smtClean="0"/>
              <a:t>4/2/26</a:t>
            </a:fld>
            <a:endParaRPr lang="es-DO"/>
          </a:p>
        </p:txBody>
      </p:sp>
      <p:sp>
        <p:nvSpPr>
          <p:cNvPr id="4" name="Marcador de pie de página 3">
            <a:extLst>
              <a:ext uri="{FF2B5EF4-FFF2-40B4-BE49-F238E27FC236}">
                <a16:creationId xmlns:a16="http://schemas.microsoft.com/office/drawing/2014/main" id="{19A96727-61CC-A84F-BE9D-9B2DED322C55}"/>
              </a:ext>
            </a:extLst>
          </p:cNvPr>
          <p:cNvSpPr>
            <a:spLocks noGrp="1"/>
          </p:cNvSpPr>
          <p:nvPr>
            <p:ph type="ftr" sz="quarter" idx="11"/>
          </p:nvPr>
        </p:nvSpPr>
        <p:spPr/>
        <p:txBody>
          <a:bodyPr/>
          <a:lstStyle/>
          <a:p>
            <a:endParaRPr lang="es-DO"/>
          </a:p>
        </p:txBody>
      </p:sp>
      <p:sp>
        <p:nvSpPr>
          <p:cNvPr id="5" name="Marcador de número de diapositiva 4">
            <a:extLst>
              <a:ext uri="{FF2B5EF4-FFF2-40B4-BE49-F238E27FC236}">
                <a16:creationId xmlns:a16="http://schemas.microsoft.com/office/drawing/2014/main" id="{BBEA41F4-4FF6-BF4D-A51C-1D17FA08DEFD}"/>
              </a:ext>
            </a:extLst>
          </p:cNvPr>
          <p:cNvSpPr>
            <a:spLocks noGrp="1"/>
          </p:cNvSpPr>
          <p:nvPr>
            <p:ph type="sldNum" sz="quarter" idx="12"/>
          </p:nvPr>
        </p:nvSpPr>
        <p:spPr/>
        <p:txBody>
          <a:bodyPr/>
          <a:lstStyle/>
          <a:p>
            <a:fld id="{D3DD3969-DE01-154B-A88F-F5A54D752C6D}" type="slidenum">
              <a:rPr lang="es-DO" smtClean="0"/>
              <a:t>‹Nº›</a:t>
            </a:fld>
            <a:endParaRPr lang="es-DO"/>
          </a:p>
        </p:txBody>
      </p:sp>
    </p:spTree>
    <p:extLst>
      <p:ext uri="{BB962C8B-B14F-4D97-AF65-F5344CB8AC3E}">
        <p14:creationId xmlns:p14="http://schemas.microsoft.com/office/powerpoint/2010/main" val="21406049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19A11283-D438-5C48-92C7-D2D1DBF78A9B}"/>
              </a:ext>
            </a:extLst>
          </p:cNvPr>
          <p:cNvSpPr>
            <a:spLocks noGrp="1"/>
          </p:cNvSpPr>
          <p:nvPr>
            <p:ph type="dt" sz="half" idx="10"/>
          </p:nvPr>
        </p:nvSpPr>
        <p:spPr/>
        <p:txBody>
          <a:bodyPr/>
          <a:lstStyle/>
          <a:p>
            <a:fld id="{B62F8502-CDAD-6F4D-A718-CA43EE60C0CA}" type="datetimeFigureOut">
              <a:rPr lang="es-DO" smtClean="0"/>
              <a:t>4/2/26</a:t>
            </a:fld>
            <a:endParaRPr lang="es-DO"/>
          </a:p>
        </p:txBody>
      </p:sp>
      <p:sp>
        <p:nvSpPr>
          <p:cNvPr id="3" name="Marcador de pie de página 2">
            <a:extLst>
              <a:ext uri="{FF2B5EF4-FFF2-40B4-BE49-F238E27FC236}">
                <a16:creationId xmlns:a16="http://schemas.microsoft.com/office/drawing/2014/main" id="{F3D77528-732A-7649-8F83-895CBA31E982}"/>
              </a:ext>
            </a:extLst>
          </p:cNvPr>
          <p:cNvSpPr>
            <a:spLocks noGrp="1"/>
          </p:cNvSpPr>
          <p:nvPr>
            <p:ph type="ftr" sz="quarter" idx="11"/>
          </p:nvPr>
        </p:nvSpPr>
        <p:spPr/>
        <p:txBody>
          <a:bodyPr/>
          <a:lstStyle/>
          <a:p>
            <a:endParaRPr lang="es-DO"/>
          </a:p>
        </p:txBody>
      </p:sp>
      <p:sp>
        <p:nvSpPr>
          <p:cNvPr id="4" name="Marcador de número de diapositiva 3">
            <a:extLst>
              <a:ext uri="{FF2B5EF4-FFF2-40B4-BE49-F238E27FC236}">
                <a16:creationId xmlns:a16="http://schemas.microsoft.com/office/drawing/2014/main" id="{A4188A82-5D3C-DE4D-BF69-5DED9F269705}"/>
              </a:ext>
            </a:extLst>
          </p:cNvPr>
          <p:cNvSpPr>
            <a:spLocks noGrp="1"/>
          </p:cNvSpPr>
          <p:nvPr>
            <p:ph type="sldNum" sz="quarter" idx="12"/>
          </p:nvPr>
        </p:nvSpPr>
        <p:spPr/>
        <p:txBody>
          <a:bodyPr/>
          <a:lstStyle/>
          <a:p>
            <a:fld id="{D3DD3969-DE01-154B-A88F-F5A54D752C6D}" type="slidenum">
              <a:rPr lang="es-DO" smtClean="0"/>
              <a:t>‹Nº›</a:t>
            </a:fld>
            <a:endParaRPr lang="es-DO"/>
          </a:p>
        </p:txBody>
      </p:sp>
    </p:spTree>
    <p:extLst>
      <p:ext uri="{BB962C8B-B14F-4D97-AF65-F5344CB8AC3E}">
        <p14:creationId xmlns:p14="http://schemas.microsoft.com/office/powerpoint/2010/main" val="33243538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294BC87-BC5D-CA40-B2E7-7387A0FE970A}"/>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DO"/>
          </a:p>
        </p:txBody>
      </p:sp>
      <p:sp>
        <p:nvSpPr>
          <p:cNvPr id="3" name="Marcador de contenido 2">
            <a:extLst>
              <a:ext uri="{FF2B5EF4-FFF2-40B4-BE49-F238E27FC236}">
                <a16:creationId xmlns:a16="http://schemas.microsoft.com/office/drawing/2014/main" id="{8E496985-0714-7B43-808C-02CFD76C399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DO"/>
          </a:p>
        </p:txBody>
      </p:sp>
      <p:sp>
        <p:nvSpPr>
          <p:cNvPr id="4" name="Marcador de texto 3">
            <a:extLst>
              <a:ext uri="{FF2B5EF4-FFF2-40B4-BE49-F238E27FC236}">
                <a16:creationId xmlns:a16="http://schemas.microsoft.com/office/drawing/2014/main" id="{92238677-3938-FE4E-9B78-CD7F3DE532E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32CA74A4-5F58-4B49-AD6D-99BCBD101E9A}"/>
              </a:ext>
            </a:extLst>
          </p:cNvPr>
          <p:cNvSpPr>
            <a:spLocks noGrp="1"/>
          </p:cNvSpPr>
          <p:nvPr>
            <p:ph type="dt" sz="half" idx="10"/>
          </p:nvPr>
        </p:nvSpPr>
        <p:spPr/>
        <p:txBody>
          <a:bodyPr/>
          <a:lstStyle/>
          <a:p>
            <a:fld id="{B62F8502-CDAD-6F4D-A718-CA43EE60C0CA}" type="datetimeFigureOut">
              <a:rPr lang="es-DO" smtClean="0"/>
              <a:t>4/2/26</a:t>
            </a:fld>
            <a:endParaRPr lang="es-DO"/>
          </a:p>
        </p:txBody>
      </p:sp>
      <p:sp>
        <p:nvSpPr>
          <p:cNvPr id="6" name="Marcador de pie de página 5">
            <a:extLst>
              <a:ext uri="{FF2B5EF4-FFF2-40B4-BE49-F238E27FC236}">
                <a16:creationId xmlns:a16="http://schemas.microsoft.com/office/drawing/2014/main" id="{3F64AACA-7D93-BF4B-84C3-218C4FA52786}"/>
              </a:ext>
            </a:extLst>
          </p:cNvPr>
          <p:cNvSpPr>
            <a:spLocks noGrp="1"/>
          </p:cNvSpPr>
          <p:nvPr>
            <p:ph type="ftr" sz="quarter" idx="11"/>
          </p:nvPr>
        </p:nvSpPr>
        <p:spPr/>
        <p:txBody>
          <a:bodyPr/>
          <a:lstStyle/>
          <a:p>
            <a:endParaRPr lang="es-DO"/>
          </a:p>
        </p:txBody>
      </p:sp>
      <p:sp>
        <p:nvSpPr>
          <p:cNvPr id="7" name="Marcador de número de diapositiva 6">
            <a:extLst>
              <a:ext uri="{FF2B5EF4-FFF2-40B4-BE49-F238E27FC236}">
                <a16:creationId xmlns:a16="http://schemas.microsoft.com/office/drawing/2014/main" id="{72743E44-180E-274F-8947-18E1B1C2865E}"/>
              </a:ext>
            </a:extLst>
          </p:cNvPr>
          <p:cNvSpPr>
            <a:spLocks noGrp="1"/>
          </p:cNvSpPr>
          <p:nvPr>
            <p:ph type="sldNum" sz="quarter" idx="12"/>
          </p:nvPr>
        </p:nvSpPr>
        <p:spPr/>
        <p:txBody>
          <a:bodyPr/>
          <a:lstStyle/>
          <a:p>
            <a:fld id="{D3DD3969-DE01-154B-A88F-F5A54D752C6D}" type="slidenum">
              <a:rPr lang="es-DO" smtClean="0"/>
              <a:t>‹Nº›</a:t>
            </a:fld>
            <a:endParaRPr lang="es-DO"/>
          </a:p>
        </p:txBody>
      </p:sp>
    </p:spTree>
    <p:extLst>
      <p:ext uri="{BB962C8B-B14F-4D97-AF65-F5344CB8AC3E}">
        <p14:creationId xmlns:p14="http://schemas.microsoft.com/office/powerpoint/2010/main" val="30625462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4D7816D-E3DB-F740-AA83-58610E2E692D}"/>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DO"/>
          </a:p>
        </p:txBody>
      </p:sp>
      <p:sp>
        <p:nvSpPr>
          <p:cNvPr id="3" name="Marcador de posición de imagen 2">
            <a:extLst>
              <a:ext uri="{FF2B5EF4-FFF2-40B4-BE49-F238E27FC236}">
                <a16:creationId xmlns:a16="http://schemas.microsoft.com/office/drawing/2014/main" id="{BA699F69-C84F-F742-9A91-E8004471C71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DO"/>
          </a:p>
        </p:txBody>
      </p:sp>
      <p:sp>
        <p:nvSpPr>
          <p:cNvPr id="4" name="Marcador de texto 3">
            <a:extLst>
              <a:ext uri="{FF2B5EF4-FFF2-40B4-BE49-F238E27FC236}">
                <a16:creationId xmlns:a16="http://schemas.microsoft.com/office/drawing/2014/main" id="{2CE18B63-B138-9C4E-8D79-6F1A81E4723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3670B429-A24C-BB4A-BE20-98387D85DE29}"/>
              </a:ext>
            </a:extLst>
          </p:cNvPr>
          <p:cNvSpPr>
            <a:spLocks noGrp="1"/>
          </p:cNvSpPr>
          <p:nvPr>
            <p:ph type="dt" sz="half" idx="10"/>
          </p:nvPr>
        </p:nvSpPr>
        <p:spPr/>
        <p:txBody>
          <a:bodyPr/>
          <a:lstStyle/>
          <a:p>
            <a:fld id="{B62F8502-CDAD-6F4D-A718-CA43EE60C0CA}" type="datetimeFigureOut">
              <a:rPr lang="es-DO" smtClean="0"/>
              <a:t>4/2/26</a:t>
            </a:fld>
            <a:endParaRPr lang="es-DO"/>
          </a:p>
        </p:txBody>
      </p:sp>
      <p:sp>
        <p:nvSpPr>
          <p:cNvPr id="6" name="Marcador de pie de página 5">
            <a:extLst>
              <a:ext uri="{FF2B5EF4-FFF2-40B4-BE49-F238E27FC236}">
                <a16:creationId xmlns:a16="http://schemas.microsoft.com/office/drawing/2014/main" id="{DF5BC157-D5F5-4C47-8420-AF77398D3265}"/>
              </a:ext>
            </a:extLst>
          </p:cNvPr>
          <p:cNvSpPr>
            <a:spLocks noGrp="1"/>
          </p:cNvSpPr>
          <p:nvPr>
            <p:ph type="ftr" sz="quarter" idx="11"/>
          </p:nvPr>
        </p:nvSpPr>
        <p:spPr/>
        <p:txBody>
          <a:bodyPr/>
          <a:lstStyle/>
          <a:p>
            <a:endParaRPr lang="es-DO"/>
          </a:p>
        </p:txBody>
      </p:sp>
      <p:sp>
        <p:nvSpPr>
          <p:cNvPr id="7" name="Marcador de número de diapositiva 6">
            <a:extLst>
              <a:ext uri="{FF2B5EF4-FFF2-40B4-BE49-F238E27FC236}">
                <a16:creationId xmlns:a16="http://schemas.microsoft.com/office/drawing/2014/main" id="{44D6BFF8-62E2-8A46-9594-84EFE0178DDB}"/>
              </a:ext>
            </a:extLst>
          </p:cNvPr>
          <p:cNvSpPr>
            <a:spLocks noGrp="1"/>
          </p:cNvSpPr>
          <p:nvPr>
            <p:ph type="sldNum" sz="quarter" idx="12"/>
          </p:nvPr>
        </p:nvSpPr>
        <p:spPr/>
        <p:txBody>
          <a:bodyPr/>
          <a:lstStyle/>
          <a:p>
            <a:fld id="{D3DD3969-DE01-154B-A88F-F5A54D752C6D}" type="slidenum">
              <a:rPr lang="es-DO" smtClean="0"/>
              <a:t>‹Nº›</a:t>
            </a:fld>
            <a:endParaRPr lang="es-DO"/>
          </a:p>
        </p:txBody>
      </p:sp>
    </p:spTree>
    <p:extLst>
      <p:ext uri="{BB962C8B-B14F-4D97-AF65-F5344CB8AC3E}">
        <p14:creationId xmlns:p14="http://schemas.microsoft.com/office/powerpoint/2010/main" val="995653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41F5D4F-D310-A844-9948-3051A3439611}"/>
              </a:ext>
            </a:extLst>
          </p:cNvPr>
          <p:cNvSpPr>
            <a:spLocks noGrp="1"/>
          </p:cNvSpPr>
          <p:nvPr>
            <p:ph type="title"/>
          </p:nvPr>
        </p:nvSpPr>
        <p:spPr/>
        <p:txBody>
          <a:bodyPr/>
          <a:lstStyle/>
          <a:p>
            <a:r>
              <a:rPr lang="es-ES"/>
              <a:t>Haga clic para modificar el estilo de título del patrón</a:t>
            </a:r>
            <a:endParaRPr lang="es-DO"/>
          </a:p>
        </p:txBody>
      </p:sp>
      <p:sp>
        <p:nvSpPr>
          <p:cNvPr id="3" name="Marcador de texto vertical 2">
            <a:extLst>
              <a:ext uri="{FF2B5EF4-FFF2-40B4-BE49-F238E27FC236}">
                <a16:creationId xmlns:a16="http://schemas.microsoft.com/office/drawing/2014/main" id="{9E27B082-C99E-C049-ACB3-9FAE2B69F6FB}"/>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DO"/>
          </a:p>
        </p:txBody>
      </p:sp>
      <p:sp>
        <p:nvSpPr>
          <p:cNvPr id="4" name="Marcador de fecha 3">
            <a:extLst>
              <a:ext uri="{FF2B5EF4-FFF2-40B4-BE49-F238E27FC236}">
                <a16:creationId xmlns:a16="http://schemas.microsoft.com/office/drawing/2014/main" id="{D487A494-C6EF-D445-B58E-A08A64C934E4}"/>
              </a:ext>
            </a:extLst>
          </p:cNvPr>
          <p:cNvSpPr>
            <a:spLocks noGrp="1"/>
          </p:cNvSpPr>
          <p:nvPr>
            <p:ph type="dt" sz="half" idx="10"/>
          </p:nvPr>
        </p:nvSpPr>
        <p:spPr/>
        <p:txBody>
          <a:bodyPr/>
          <a:lstStyle/>
          <a:p>
            <a:fld id="{B62F8502-CDAD-6F4D-A718-CA43EE60C0CA}" type="datetimeFigureOut">
              <a:rPr lang="es-DO" smtClean="0"/>
              <a:t>4/2/26</a:t>
            </a:fld>
            <a:endParaRPr lang="es-DO"/>
          </a:p>
        </p:txBody>
      </p:sp>
      <p:sp>
        <p:nvSpPr>
          <p:cNvPr id="5" name="Marcador de pie de página 4">
            <a:extLst>
              <a:ext uri="{FF2B5EF4-FFF2-40B4-BE49-F238E27FC236}">
                <a16:creationId xmlns:a16="http://schemas.microsoft.com/office/drawing/2014/main" id="{C6269533-0EA4-F347-BA47-3FCD040AC988}"/>
              </a:ext>
            </a:extLst>
          </p:cNvPr>
          <p:cNvSpPr>
            <a:spLocks noGrp="1"/>
          </p:cNvSpPr>
          <p:nvPr>
            <p:ph type="ftr" sz="quarter" idx="11"/>
          </p:nvPr>
        </p:nvSpPr>
        <p:spPr/>
        <p:txBody>
          <a:bodyPr/>
          <a:lstStyle/>
          <a:p>
            <a:endParaRPr lang="es-DO"/>
          </a:p>
        </p:txBody>
      </p:sp>
      <p:sp>
        <p:nvSpPr>
          <p:cNvPr id="6" name="Marcador de número de diapositiva 5">
            <a:extLst>
              <a:ext uri="{FF2B5EF4-FFF2-40B4-BE49-F238E27FC236}">
                <a16:creationId xmlns:a16="http://schemas.microsoft.com/office/drawing/2014/main" id="{7F40E442-958F-DA45-8CF5-01DA20A85AEC}"/>
              </a:ext>
            </a:extLst>
          </p:cNvPr>
          <p:cNvSpPr>
            <a:spLocks noGrp="1"/>
          </p:cNvSpPr>
          <p:nvPr>
            <p:ph type="sldNum" sz="quarter" idx="12"/>
          </p:nvPr>
        </p:nvSpPr>
        <p:spPr/>
        <p:txBody>
          <a:bodyPr/>
          <a:lstStyle/>
          <a:p>
            <a:fld id="{D3DD3969-DE01-154B-A88F-F5A54D752C6D}" type="slidenum">
              <a:rPr lang="es-DO" smtClean="0"/>
              <a:t>‹Nº›</a:t>
            </a:fld>
            <a:endParaRPr lang="es-DO"/>
          </a:p>
        </p:txBody>
      </p:sp>
    </p:spTree>
    <p:extLst>
      <p:ext uri="{BB962C8B-B14F-4D97-AF65-F5344CB8AC3E}">
        <p14:creationId xmlns:p14="http://schemas.microsoft.com/office/powerpoint/2010/main" val="33991832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281607D4-3EF6-CB4E-9CE2-BC14ECE86A75}"/>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DO"/>
          </a:p>
        </p:txBody>
      </p:sp>
      <p:sp>
        <p:nvSpPr>
          <p:cNvPr id="3" name="Marcador de texto vertical 2">
            <a:extLst>
              <a:ext uri="{FF2B5EF4-FFF2-40B4-BE49-F238E27FC236}">
                <a16:creationId xmlns:a16="http://schemas.microsoft.com/office/drawing/2014/main" id="{7D73E878-F124-5246-81C8-B4AFD99CBDA6}"/>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DO"/>
          </a:p>
        </p:txBody>
      </p:sp>
      <p:sp>
        <p:nvSpPr>
          <p:cNvPr id="4" name="Marcador de fecha 3">
            <a:extLst>
              <a:ext uri="{FF2B5EF4-FFF2-40B4-BE49-F238E27FC236}">
                <a16:creationId xmlns:a16="http://schemas.microsoft.com/office/drawing/2014/main" id="{088561AD-9092-4348-8135-D69BF9E1B890}"/>
              </a:ext>
            </a:extLst>
          </p:cNvPr>
          <p:cNvSpPr>
            <a:spLocks noGrp="1"/>
          </p:cNvSpPr>
          <p:nvPr>
            <p:ph type="dt" sz="half" idx="10"/>
          </p:nvPr>
        </p:nvSpPr>
        <p:spPr/>
        <p:txBody>
          <a:bodyPr/>
          <a:lstStyle/>
          <a:p>
            <a:fld id="{B62F8502-CDAD-6F4D-A718-CA43EE60C0CA}" type="datetimeFigureOut">
              <a:rPr lang="es-DO" smtClean="0"/>
              <a:t>4/2/26</a:t>
            </a:fld>
            <a:endParaRPr lang="es-DO"/>
          </a:p>
        </p:txBody>
      </p:sp>
      <p:sp>
        <p:nvSpPr>
          <p:cNvPr id="5" name="Marcador de pie de página 4">
            <a:extLst>
              <a:ext uri="{FF2B5EF4-FFF2-40B4-BE49-F238E27FC236}">
                <a16:creationId xmlns:a16="http://schemas.microsoft.com/office/drawing/2014/main" id="{5F1F1D75-BA48-314C-BCF5-FC0A9DF0E619}"/>
              </a:ext>
            </a:extLst>
          </p:cNvPr>
          <p:cNvSpPr>
            <a:spLocks noGrp="1"/>
          </p:cNvSpPr>
          <p:nvPr>
            <p:ph type="ftr" sz="quarter" idx="11"/>
          </p:nvPr>
        </p:nvSpPr>
        <p:spPr/>
        <p:txBody>
          <a:bodyPr/>
          <a:lstStyle/>
          <a:p>
            <a:endParaRPr lang="es-DO"/>
          </a:p>
        </p:txBody>
      </p:sp>
      <p:sp>
        <p:nvSpPr>
          <p:cNvPr id="6" name="Marcador de número de diapositiva 5">
            <a:extLst>
              <a:ext uri="{FF2B5EF4-FFF2-40B4-BE49-F238E27FC236}">
                <a16:creationId xmlns:a16="http://schemas.microsoft.com/office/drawing/2014/main" id="{7974CE50-F844-3E48-BDC5-5853FF8475B5}"/>
              </a:ext>
            </a:extLst>
          </p:cNvPr>
          <p:cNvSpPr>
            <a:spLocks noGrp="1"/>
          </p:cNvSpPr>
          <p:nvPr>
            <p:ph type="sldNum" sz="quarter" idx="12"/>
          </p:nvPr>
        </p:nvSpPr>
        <p:spPr/>
        <p:txBody>
          <a:bodyPr/>
          <a:lstStyle/>
          <a:p>
            <a:fld id="{D3DD3969-DE01-154B-A88F-F5A54D752C6D}" type="slidenum">
              <a:rPr lang="es-DO" smtClean="0"/>
              <a:t>‹Nº›</a:t>
            </a:fld>
            <a:endParaRPr lang="es-DO"/>
          </a:p>
        </p:txBody>
      </p:sp>
    </p:spTree>
    <p:extLst>
      <p:ext uri="{BB962C8B-B14F-4D97-AF65-F5344CB8AC3E}">
        <p14:creationId xmlns:p14="http://schemas.microsoft.com/office/powerpoint/2010/main" val="964452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964E110E-3FA6-E946-8C0D-2BCC990DE45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DO"/>
          </a:p>
        </p:txBody>
      </p:sp>
      <p:sp>
        <p:nvSpPr>
          <p:cNvPr id="3" name="Marcador de texto 2">
            <a:extLst>
              <a:ext uri="{FF2B5EF4-FFF2-40B4-BE49-F238E27FC236}">
                <a16:creationId xmlns:a16="http://schemas.microsoft.com/office/drawing/2014/main" id="{6A3848C4-7EEA-9847-8C3B-43853225A29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DO"/>
          </a:p>
        </p:txBody>
      </p:sp>
      <p:sp>
        <p:nvSpPr>
          <p:cNvPr id="4" name="Marcador de fecha 3">
            <a:extLst>
              <a:ext uri="{FF2B5EF4-FFF2-40B4-BE49-F238E27FC236}">
                <a16:creationId xmlns:a16="http://schemas.microsoft.com/office/drawing/2014/main" id="{E432C643-221B-F047-B3F6-18CA061F2FA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62F8502-CDAD-6F4D-A718-CA43EE60C0CA}" type="datetimeFigureOut">
              <a:rPr lang="es-DO" smtClean="0"/>
              <a:t>4/2/26</a:t>
            </a:fld>
            <a:endParaRPr lang="es-DO"/>
          </a:p>
        </p:txBody>
      </p:sp>
      <p:sp>
        <p:nvSpPr>
          <p:cNvPr id="5" name="Marcador de pie de página 4">
            <a:extLst>
              <a:ext uri="{FF2B5EF4-FFF2-40B4-BE49-F238E27FC236}">
                <a16:creationId xmlns:a16="http://schemas.microsoft.com/office/drawing/2014/main" id="{96A8ECD8-BB8A-A14B-974A-23601A59A50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DO"/>
          </a:p>
        </p:txBody>
      </p:sp>
      <p:sp>
        <p:nvSpPr>
          <p:cNvPr id="6" name="Marcador de número de diapositiva 5">
            <a:extLst>
              <a:ext uri="{FF2B5EF4-FFF2-40B4-BE49-F238E27FC236}">
                <a16:creationId xmlns:a16="http://schemas.microsoft.com/office/drawing/2014/main" id="{8C6AC7AC-4BCC-9F45-A9FA-0AE9E8A79E7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3DD3969-DE01-154B-A88F-F5A54D752C6D}" type="slidenum">
              <a:rPr lang="es-DO" smtClean="0"/>
              <a:t>‹Nº›</a:t>
            </a:fld>
            <a:endParaRPr lang="es-DO"/>
          </a:p>
        </p:txBody>
      </p:sp>
    </p:spTree>
    <p:extLst>
      <p:ext uri="{BB962C8B-B14F-4D97-AF65-F5344CB8AC3E}">
        <p14:creationId xmlns:p14="http://schemas.microsoft.com/office/powerpoint/2010/main" val="265851119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D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hyperlink" Target="https://www.youtube.com/watch?v=FTKDDFUQvcg"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ABD66B9-338E-694E-9A79-C5BFB158C402}"/>
              </a:ext>
            </a:extLst>
          </p:cNvPr>
          <p:cNvSpPr>
            <a:spLocks noGrp="1"/>
          </p:cNvSpPr>
          <p:nvPr>
            <p:ph type="ctrTitle"/>
          </p:nvPr>
        </p:nvSpPr>
        <p:spPr/>
        <p:txBody>
          <a:bodyPr/>
          <a:lstStyle/>
          <a:p>
            <a:r>
              <a:rPr lang="es-DO" dirty="0"/>
              <a:t>Compendio ejercicios I</a:t>
            </a:r>
          </a:p>
        </p:txBody>
      </p:sp>
      <p:sp>
        <p:nvSpPr>
          <p:cNvPr id="3" name="Subtítulo 2">
            <a:extLst>
              <a:ext uri="{FF2B5EF4-FFF2-40B4-BE49-F238E27FC236}">
                <a16:creationId xmlns:a16="http://schemas.microsoft.com/office/drawing/2014/main" id="{A7B48BB4-963B-1248-B8C3-E9E8F893BE44}"/>
              </a:ext>
            </a:extLst>
          </p:cNvPr>
          <p:cNvSpPr>
            <a:spLocks noGrp="1"/>
          </p:cNvSpPr>
          <p:nvPr>
            <p:ph type="subTitle" idx="1"/>
          </p:nvPr>
        </p:nvSpPr>
        <p:spPr/>
        <p:txBody>
          <a:bodyPr/>
          <a:lstStyle/>
          <a:p>
            <a:r>
              <a:rPr lang="es-DO" dirty="0"/>
              <a:t>ICC-223 Bases de Datos</a:t>
            </a:r>
          </a:p>
          <a:p>
            <a:r>
              <a:rPr lang="es-DO" dirty="0"/>
              <a:t>(Grupal)</a:t>
            </a:r>
          </a:p>
        </p:txBody>
      </p:sp>
    </p:spTree>
    <p:extLst>
      <p:ext uri="{BB962C8B-B14F-4D97-AF65-F5344CB8AC3E}">
        <p14:creationId xmlns:p14="http://schemas.microsoft.com/office/powerpoint/2010/main" val="11685010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54354940-3AA0-EA4F-AA48-58FC6C66BFFD}"/>
              </a:ext>
            </a:extLst>
          </p:cNvPr>
          <p:cNvSpPr>
            <a:spLocks noGrp="1"/>
          </p:cNvSpPr>
          <p:nvPr>
            <p:ph type="title"/>
          </p:nvPr>
        </p:nvSpPr>
        <p:spPr>
          <a:xfrm>
            <a:off x="686834" y="1153572"/>
            <a:ext cx="3200400" cy="4461163"/>
          </a:xfrm>
        </p:spPr>
        <p:txBody>
          <a:bodyPr>
            <a:normAutofit/>
          </a:bodyPr>
          <a:lstStyle/>
          <a:p>
            <a:r>
              <a:rPr lang="es-DO" sz="3700">
                <a:solidFill>
                  <a:srgbClr val="FFFFFF"/>
                </a:solidFill>
              </a:rPr>
              <a:t>1. Transformando el DER al Modelo Relacional	</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Marcador de contenido 2">
            <a:extLst>
              <a:ext uri="{FF2B5EF4-FFF2-40B4-BE49-F238E27FC236}">
                <a16:creationId xmlns:a16="http://schemas.microsoft.com/office/drawing/2014/main" id="{EA506DFB-7FFE-AD41-BFA7-614C81204B33}"/>
              </a:ext>
            </a:extLst>
          </p:cNvPr>
          <p:cNvSpPr>
            <a:spLocks noGrp="1"/>
          </p:cNvSpPr>
          <p:nvPr>
            <p:ph idx="1"/>
          </p:nvPr>
        </p:nvSpPr>
        <p:spPr>
          <a:xfrm>
            <a:off x="4447308" y="591344"/>
            <a:ext cx="6906491" cy="5585619"/>
          </a:xfrm>
        </p:spPr>
        <p:txBody>
          <a:bodyPr anchor="ctr">
            <a:normAutofit lnSpcReduction="10000"/>
          </a:bodyPr>
          <a:lstStyle/>
          <a:p>
            <a:pPr marL="514350" indent="-514350">
              <a:buAutoNum type="alphaLcParenR"/>
            </a:pPr>
            <a:r>
              <a:rPr lang="es-DO" sz="2400" dirty="0"/>
              <a:t>Aplique las </a:t>
            </a:r>
            <a:r>
              <a:rPr lang="es-DO" sz="2400" b="1" dirty="0"/>
              <a:t>reglas de transformación del DER al Modelo Relacional </a:t>
            </a:r>
            <a:r>
              <a:rPr lang="es-DO" sz="2400" dirty="0"/>
              <a:t>vistas en la clase sobre su DER de la flotilla de aviones.</a:t>
            </a:r>
          </a:p>
          <a:p>
            <a:pPr marL="514350" indent="-514350">
              <a:buAutoNum type="alphaLcParenR"/>
            </a:pPr>
            <a:r>
              <a:rPr lang="es-DO" sz="2400" dirty="0"/>
              <a:t>Use excel (o cualquier otra hoja de cálculo) para llenar las tablas del modelo relacional resultantes. (Al menos inserte 3 aviones con todas sus informaciones  relacionadas)</a:t>
            </a:r>
          </a:p>
          <a:p>
            <a:pPr marL="514350" indent="-514350">
              <a:buAutoNum type="alphaLcParenR"/>
            </a:pPr>
            <a:r>
              <a:rPr lang="es-DO" sz="2400" dirty="0"/>
              <a:t>Pregúntese….¿Pude hacer la tarea del punto b sin violar ninguna restricción? Argumente en detalle.</a:t>
            </a:r>
          </a:p>
          <a:p>
            <a:pPr marL="514350" indent="-514350">
              <a:buAutoNum type="alphaLcParenR"/>
            </a:pPr>
            <a:r>
              <a:rPr lang="es-DO" sz="2400" dirty="0"/>
              <a:t>Pregúntese…¿Con los datos especificados en las tablas es posible para la aerolinea obtener información que ayude a la toma de decisiones? Describa al menos 5 necesidades de información que se satisfacen con la base de datos que resulta y explique si existen limitaciones en este sentido en el diseño que usted realizó.</a:t>
            </a:r>
          </a:p>
        </p:txBody>
      </p:sp>
    </p:spTree>
    <p:extLst>
      <p:ext uri="{BB962C8B-B14F-4D97-AF65-F5344CB8AC3E}">
        <p14:creationId xmlns:p14="http://schemas.microsoft.com/office/powerpoint/2010/main" val="8550358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54354940-3AA0-EA4F-AA48-58FC6C66BFFD}"/>
              </a:ext>
            </a:extLst>
          </p:cNvPr>
          <p:cNvSpPr>
            <a:spLocks noGrp="1"/>
          </p:cNvSpPr>
          <p:nvPr>
            <p:ph type="title"/>
          </p:nvPr>
        </p:nvSpPr>
        <p:spPr>
          <a:xfrm>
            <a:off x="686834" y="1153572"/>
            <a:ext cx="3200400" cy="4461163"/>
          </a:xfrm>
        </p:spPr>
        <p:txBody>
          <a:bodyPr>
            <a:normAutofit/>
          </a:bodyPr>
          <a:lstStyle/>
          <a:p>
            <a:r>
              <a:rPr lang="es-DO" sz="3700" dirty="0">
                <a:solidFill>
                  <a:srgbClr val="FFFFFF"/>
                </a:solidFill>
              </a:rPr>
              <a:t>2. Regresando al DER	</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Marcador de contenido 2">
            <a:extLst>
              <a:ext uri="{FF2B5EF4-FFF2-40B4-BE49-F238E27FC236}">
                <a16:creationId xmlns:a16="http://schemas.microsoft.com/office/drawing/2014/main" id="{EA506DFB-7FFE-AD41-BFA7-614C81204B33}"/>
              </a:ext>
            </a:extLst>
          </p:cNvPr>
          <p:cNvSpPr>
            <a:spLocks noGrp="1"/>
          </p:cNvSpPr>
          <p:nvPr>
            <p:ph idx="1"/>
          </p:nvPr>
        </p:nvSpPr>
        <p:spPr>
          <a:xfrm>
            <a:off x="4447308" y="591344"/>
            <a:ext cx="6906491" cy="5585619"/>
          </a:xfrm>
        </p:spPr>
        <p:txBody>
          <a:bodyPr anchor="ctr">
            <a:normAutofit/>
          </a:bodyPr>
          <a:lstStyle/>
          <a:p>
            <a:pPr marL="0" indent="0">
              <a:buNone/>
            </a:pPr>
            <a:r>
              <a:rPr lang="es-DO" sz="2200" dirty="0"/>
              <a:t>Tomando como base los resultados del ejercicio anterior, revise su DER para el problema y corrija los errores encontrados y vuelva realizar el ejercicio 1 para comprobar que fueron resueltos. Al completar este ejercicio recuerde que puede (y debe) subir de nuevo el DER a la asignación del Caso 1 para poder ser calificado.</a:t>
            </a:r>
          </a:p>
        </p:txBody>
      </p:sp>
    </p:spTree>
    <p:extLst>
      <p:ext uri="{BB962C8B-B14F-4D97-AF65-F5344CB8AC3E}">
        <p14:creationId xmlns:p14="http://schemas.microsoft.com/office/powerpoint/2010/main" val="39592526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54354940-3AA0-EA4F-AA48-58FC6C66BFFD}"/>
              </a:ext>
            </a:extLst>
          </p:cNvPr>
          <p:cNvSpPr>
            <a:spLocks noGrp="1"/>
          </p:cNvSpPr>
          <p:nvPr>
            <p:ph type="title"/>
          </p:nvPr>
        </p:nvSpPr>
        <p:spPr>
          <a:xfrm>
            <a:off x="686834" y="1153572"/>
            <a:ext cx="3200400" cy="4461163"/>
          </a:xfrm>
        </p:spPr>
        <p:txBody>
          <a:bodyPr>
            <a:normAutofit/>
          </a:bodyPr>
          <a:lstStyle/>
          <a:p>
            <a:r>
              <a:rPr lang="es-DO" sz="3700" dirty="0">
                <a:solidFill>
                  <a:srgbClr val="FFFFFF"/>
                </a:solidFill>
              </a:rPr>
              <a:t>3. Normalización de las tablas	</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Marcador de contenido 2">
            <a:extLst>
              <a:ext uri="{FF2B5EF4-FFF2-40B4-BE49-F238E27FC236}">
                <a16:creationId xmlns:a16="http://schemas.microsoft.com/office/drawing/2014/main" id="{EA506DFB-7FFE-AD41-BFA7-614C81204B33}"/>
              </a:ext>
            </a:extLst>
          </p:cNvPr>
          <p:cNvSpPr>
            <a:spLocks noGrp="1"/>
          </p:cNvSpPr>
          <p:nvPr>
            <p:ph idx="1"/>
          </p:nvPr>
        </p:nvSpPr>
        <p:spPr>
          <a:xfrm>
            <a:off x="4447308" y="591344"/>
            <a:ext cx="6906491" cy="5585619"/>
          </a:xfrm>
        </p:spPr>
        <p:txBody>
          <a:bodyPr anchor="ctr">
            <a:normAutofit/>
          </a:bodyPr>
          <a:lstStyle/>
          <a:p>
            <a:pPr marL="0" indent="0">
              <a:buNone/>
            </a:pPr>
            <a:r>
              <a:rPr lang="es-DO" sz="2200" dirty="0"/>
              <a:t>Asegúrese que las tablas de su base de datos relacional están normalizadas, al menos, hasta la 3FN. Demuestre que es así y, en caso de creerlo conveniente, normalice las tablas que crea lo necesiten hasta formas normales superiores. Argumente muy bien sus respuestas y acciones en este ejercicio.</a:t>
            </a:r>
          </a:p>
        </p:txBody>
      </p:sp>
    </p:spTree>
    <p:extLst>
      <p:ext uri="{BB962C8B-B14F-4D97-AF65-F5344CB8AC3E}">
        <p14:creationId xmlns:p14="http://schemas.microsoft.com/office/powerpoint/2010/main" val="11642999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54354940-3AA0-EA4F-AA48-58FC6C66BFFD}"/>
              </a:ext>
            </a:extLst>
          </p:cNvPr>
          <p:cNvSpPr>
            <a:spLocks noGrp="1"/>
          </p:cNvSpPr>
          <p:nvPr>
            <p:ph type="title"/>
          </p:nvPr>
        </p:nvSpPr>
        <p:spPr>
          <a:xfrm>
            <a:off x="686834" y="1153572"/>
            <a:ext cx="3200400" cy="4461163"/>
          </a:xfrm>
        </p:spPr>
        <p:txBody>
          <a:bodyPr>
            <a:normAutofit/>
          </a:bodyPr>
          <a:lstStyle/>
          <a:p>
            <a:r>
              <a:rPr lang="es-DO" sz="3700" dirty="0">
                <a:solidFill>
                  <a:srgbClr val="FFFFFF"/>
                </a:solidFill>
              </a:rPr>
              <a:t>4. Diccionario de Datos</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Marcador de contenido 2">
            <a:extLst>
              <a:ext uri="{FF2B5EF4-FFF2-40B4-BE49-F238E27FC236}">
                <a16:creationId xmlns:a16="http://schemas.microsoft.com/office/drawing/2014/main" id="{EA506DFB-7FFE-AD41-BFA7-614C81204B33}"/>
              </a:ext>
            </a:extLst>
          </p:cNvPr>
          <p:cNvSpPr>
            <a:spLocks noGrp="1"/>
          </p:cNvSpPr>
          <p:nvPr>
            <p:ph idx="1"/>
          </p:nvPr>
        </p:nvSpPr>
        <p:spPr>
          <a:xfrm>
            <a:off x="4447308" y="591344"/>
            <a:ext cx="6906491" cy="5585619"/>
          </a:xfrm>
        </p:spPr>
        <p:txBody>
          <a:bodyPr anchor="ctr">
            <a:normAutofit/>
          </a:bodyPr>
          <a:lstStyle/>
          <a:p>
            <a:pPr marL="0" indent="0">
              <a:buNone/>
            </a:pPr>
            <a:r>
              <a:rPr lang="es-DO" sz="2200" dirty="0"/>
              <a:t>Añada su base datos relacional normalizada su diccionario de datos. Antes de hacerlo revise el siguiente video: </a:t>
            </a:r>
            <a:r>
              <a:rPr lang="es-DO" sz="2200" dirty="0">
                <a:hlinkClick r:id="rId2"/>
              </a:rPr>
              <a:t>https://www.youtube.com/watch?v=FTKDDFUQvcg</a:t>
            </a:r>
            <a:endParaRPr lang="es-DO" sz="2200" dirty="0"/>
          </a:p>
          <a:p>
            <a:pPr marL="0" indent="0">
              <a:buNone/>
            </a:pPr>
            <a:endParaRPr lang="es-DO" sz="2200" dirty="0"/>
          </a:p>
        </p:txBody>
      </p:sp>
    </p:spTree>
    <p:extLst>
      <p:ext uri="{BB962C8B-B14F-4D97-AF65-F5344CB8AC3E}">
        <p14:creationId xmlns:p14="http://schemas.microsoft.com/office/powerpoint/2010/main" val="3834899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ADFDB24-7E3C-4249-A265-C83F436AF93A}"/>
              </a:ext>
            </a:extLst>
          </p:cNvPr>
          <p:cNvSpPr>
            <a:spLocks noGrp="1"/>
          </p:cNvSpPr>
          <p:nvPr>
            <p:ph type="title"/>
          </p:nvPr>
        </p:nvSpPr>
        <p:spPr/>
        <p:txBody>
          <a:bodyPr/>
          <a:lstStyle/>
          <a:p>
            <a:pPr algn="ctr"/>
            <a:r>
              <a:rPr lang="es-DO" dirty="0"/>
              <a:t>5.</a:t>
            </a:r>
          </a:p>
        </p:txBody>
      </p:sp>
      <p:sp>
        <p:nvSpPr>
          <p:cNvPr id="3" name="Marcador de contenido 2">
            <a:extLst>
              <a:ext uri="{FF2B5EF4-FFF2-40B4-BE49-F238E27FC236}">
                <a16:creationId xmlns:a16="http://schemas.microsoft.com/office/drawing/2014/main" id="{E959344D-32AD-DB46-8A70-C98E4F0D395D}"/>
              </a:ext>
            </a:extLst>
          </p:cNvPr>
          <p:cNvSpPr>
            <a:spLocks noGrp="1"/>
          </p:cNvSpPr>
          <p:nvPr>
            <p:ph idx="1"/>
          </p:nvPr>
        </p:nvSpPr>
        <p:spPr/>
        <p:txBody>
          <a:bodyPr anchor="ctr">
            <a:normAutofit/>
          </a:bodyPr>
          <a:lstStyle/>
          <a:p>
            <a:pPr marL="0" indent="0" algn="ctr">
              <a:buNone/>
            </a:pPr>
            <a:r>
              <a:rPr lang="es-DO" sz="4000" dirty="0"/>
              <a:t>VAMOS A REALIZAR LOS SIGUIENTES EJERCICIOS</a:t>
            </a:r>
          </a:p>
        </p:txBody>
      </p:sp>
    </p:spTree>
    <p:extLst>
      <p:ext uri="{BB962C8B-B14F-4D97-AF65-F5344CB8AC3E}">
        <p14:creationId xmlns:p14="http://schemas.microsoft.com/office/powerpoint/2010/main" val="14791857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54354940-3AA0-EA4F-AA48-58FC6C66BFFD}"/>
              </a:ext>
            </a:extLst>
          </p:cNvPr>
          <p:cNvSpPr>
            <a:spLocks noGrp="1"/>
          </p:cNvSpPr>
          <p:nvPr>
            <p:ph type="title"/>
          </p:nvPr>
        </p:nvSpPr>
        <p:spPr>
          <a:xfrm>
            <a:off x="686834" y="1153572"/>
            <a:ext cx="3200400" cy="4461163"/>
          </a:xfrm>
        </p:spPr>
        <p:txBody>
          <a:bodyPr>
            <a:normAutofit/>
          </a:bodyPr>
          <a:lstStyle/>
          <a:p>
            <a:r>
              <a:rPr lang="es-DO" sz="3700" dirty="0">
                <a:solidFill>
                  <a:srgbClr val="FFFFFF"/>
                </a:solidFill>
              </a:rPr>
              <a:t>5.1 El cine</a:t>
            </a:r>
            <a:br>
              <a:rPr lang="es-DO" sz="3700" dirty="0">
                <a:solidFill>
                  <a:srgbClr val="FFFFFF"/>
                </a:solidFill>
              </a:rPr>
            </a:br>
            <a:r>
              <a:rPr lang="es-DO" sz="3700" dirty="0">
                <a:solidFill>
                  <a:srgbClr val="FFFFFF"/>
                </a:solidFill>
              </a:rPr>
              <a:t>(Diseñe su DER)</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Marcador de contenido 2">
            <a:extLst>
              <a:ext uri="{FF2B5EF4-FFF2-40B4-BE49-F238E27FC236}">
                <a16:creationId xmlns:a16="http://schemas.microsoft.com/office/drawing/2014/main" id="{EA506DFB-7FFE-AD41-BFA7-614C81204B33}"/>
              </a:ext>
            </a:extLst>
          </p:cNvPr>
          <p:cNvSpPr>
            <a:spLocks noGrp="1"/>
          </p:cNvSpPr>
          <p:nvPr>
            <p:ph idx="1"/>
          </p:nvPr>
        </p:nvSpPr>
        <p:spPr>
          <a:xfrm>
            <a:off x="4460187" y="810284"/>
            <a:ext cx="6906491" cy="5585619"/>
          </a:xfrm>
        </p:spPr>
        <p:txBody>
          <a:bodyPr anchor="ctr">
            <a:normAutofit fontScale="92500" lnSpcReduction="20000"/>
          </a:bodyPr>
          <a:lstStyle/>
          <a:p>
            <a:pPr marL="0" indent="0" algn="just">
              <a:buNone/>
            </a:pPr>
            <a:r>
              <a:rPr lang="es-DO" dirty="0"/>
              <a:t>Desarrolle un diagrama de entidad-relación para representar la operación de una cadena de cines y distribución de funciones que gestiona proyecciones en distintas sucursales. El modelo debe incluir las relaciones entre clientes, boletos, funciones, salas, películas, horarios, promociones, empleados, ventas en taquilla/concesiones y eventos operativos como cambios de cartelera, cancelaciones, retrasos, incidentes en sala o mantenimiento. Considere atributos y cardinalidades de cada entidad, así como la naturaleza de sus relaciones. Asegúrese de representar adecuadamente cómo se asignan las películas a las salas y horarios, cómo los clientes reservan o compran boletos, cómo se aplican promociones, cómo se gestionan los asientos y el aforo, y cómo se monitorean los estados de las funciones. El diagrama debe incluir al menos 10 entidades distintas.</a:t>
            </a:r>
            <a:endParaRPr lang="es-DO" sz="2200" dirty="0"/>
          </a:p>
        </p:txBody>
      </p:sp>
    </p:spTree>
    <p:extLst>
      <p:ext uri="{BB962C8B-B14F-4D97-AF65-F5344CB8AC3E}">
        <p14:creationId xmlns:p14="http://schemas.microsoft.com/office/powerpoint/2010/main" val="37098622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54354940-3AA0-EA4F-AA48-58FC6C66BFFD}"/>
              </a:ext>
            </a:extLst>
          </p:cNvPr>
          <p:cNvSpPr>
            <a:spLocks noGrp="1"/>
          </p:cNvSpPr>
          <p:nvPr>
            <p:ph type="title"/>
          </p:nvPr>
        </p:nvSpPr>
        <p:spPr>
          <a:xfrm>
            <a:off x="686834" y="1153572"/>
            <a:ext cx="3200400" cy="4461163"/>
          </a:xfrm>
        </p:spPr>
        <p:txBody>
          <a:bodyPr>
            <a:normAutofit/>
          </a:bodyPr>
          <a:lstStyle/>
          <a:p>
            <a:r>
              <a:rPr lang="es-DO" sz="3700" dirty="0">
                <a:solidFill>
                  <a:srgbClr val="FFFFFF"/>
                </a:solidFill>
              </a:rPr>
              <a:t>5.2 El hospital (Transforme este DER a un modelo relacional)</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5" name="Imagen 4">
            <a:extLst>
              <a:ext uri="{FF2B5EF4-FFF2-40B4-BE49-F238E27FC236}">
                <a16:creationId xmlns:a16="http://schemas.microsoft.com/office/drawing/2014/main" id="{0C21B5A1-D923-D525-9FCA-159417A17AA9}"/>
              </a:ext>
            </a:extLst>
          </p:cNvPr>
          <p:cNvPicPr>
            <a:picLocks noChangeAspect="1"/>
          </p:cNvPicPr>
          <p:nvPr/>
        </p:nvPicPr>
        <p:blipFill>
          <a:blip r:embed="rId2"/>
          <a:stretch>
            <a:fillRect/>
          </a:stretch>
        </p:blipFill>
        <p:spPr>
          <a:xfrm>
            <a:off x="4851058" y="1845199"/>
            <a:ext cx="5969000" cy="3560082"/>
          </a:xfrm>
          <a:prstGeom prst="rect">
            <a:avLst/>
          </a:prstGeom>
          <a:ln>
            <a:solidFill>
              <a:schemeClr val="tx1"/>
            </a:solidFill>
          </a:ln>
        </p:spPr>
      </p:pic>
    </p:spTree>
    <p:extLst>
      <p:ext uri="{BB962C8B-B14F-4D97-AF65-F5344CB8AC3E}">
        <p14:creationId xmlns:p14="http://schemas.microsoft.com/office/powerpoint/2010/main" val="11206234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54354940-3AA0-EA4F-AA48-58FC6C66BFFD}"/>
              </a:ext>
            </a:extLst>
          </p:cNvPr>
          <p:cNvSpPr>
            <a:spLocks noGrp="1"/>
          </p:cNvSpPr>
          <p:nvPr>
            <p:ph type="title"/>
          </p:nvPr>
        </p:nvSpPr>
        <p:spPr>
          <a:xfrm>
            <a:off x="686834" y="1153572"/>
            <a:ext cx="3200400" cy="4461163"/>
          </a:xfrm>
        </p:spPr>
        <p:txBody>
          <a:bodyPr>
            <a:normAutofit/>
          </a:bodyPr>
          <a:lstStyle/>
          <a:p>
            <a:r>
              <a:rPr lang="es-DO" sz="3700" dirty="0">
                <a:solidFill>
                  <a:srgbClr val="FFFFFF"/>
                </a:solidFill>
              </a:rPr>
              <a:t>5.3 Aplicar normalización al problema (indicar el estado de las tablas en cada FN aplicada)</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4" name="Imagen 3">
            <a:extLst>
              <a:ext uri="{FF2B5EF4-FFF2-40B4-BE49-F238E27FC236}">
                <a16:creationId xmlns:a16="http://schemas.microsoft.com/office/drawing/2014/main" id="{B0B48E6B-65C2-2D49-5D5A-903FD9002602}"/>
              </a:ext>
            </a:extLst>
          </p:cNvPr>
          <p:cNvPicPr>
            <a:picLocks noChangeAspect="1"/>
          </p:cNvPicPr>
          <p:nvPr/>
        </p:nvPicPr>
        <p:blipFill>
          <a:blip r:embed="rId2"/>
          <a:stretch>
            <a:fillRect/>
          </a:stretch>
        </p:blipFill>
        <p:spPr>
          <a:xfrm>
            <a:off x="4571020" y="857012"/>
            <a:ext cx="6747499" cy="5143976"/>
          </a:xfrm>
          <a:prstGeom prst="rect">
            <a:avLst/>
          </a:prstGeom>
          <a:ln>
            <a:solidFill>
              <a:schemeClr val="tx1"/>
            </a:solidFill>
          </a:ln>
        </p:spPr>
      </p:pic>
    </p:spTree>
    <p:extLst>
      <p:ext uri="{BB962C8B-B14F-4D97-AF65-F5344CB8AC3E}">
        <p14:creationId xmlns:p14="http://schemas.microsoft.com/office/powerpoint/2010/main" val="3125556783"/>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9498</TotalTime>
  <Words>501</Words>
  <Application>Microsoft Macintosh PowerPoint</Application>
  <PresentationFormat>Panorámica</PresentationFormat>
  <Paragraphs>20</Paragraphs>
  <Slides>9</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9</vt:i4>
      </vt:variant>
    </vt:vector>
  </HeadingPairs>
  <TitlesOfParts>
    <vt:vector size="13" baseType="lpstr">
      <vt:lpstr>Arial</vt:lpstr>
      <vt:lpstr>Calibri</vt:lpstr>
      <vt:lpstr>Calibri Light</vt:lpstr>
      <vt:lpstr>Tema de Office</vt:lpstr>
      <vt:lpstr>Compendio ejercicios I</vt:lpstr>
      <vt:lpstr>1. Transformando el DER al Modelo Relacional </vt:lpstr>
      <vt:lpstr>2. Regresando al DER </vt:lpstr>
      <vt:lpstr>3. Normalización de las tablas </vt:lpstr>
      <vt:lpstr>4. Diccionario de Datos</vt:lpstr>
      <vt:lpstr>5.</vt:lpstr>
      <vt:lpstr>5.1 El cine (Diseñe su DER)</vt:lpstr>
      <vt:lpstr>5.2 El hospital (Transforme este DER a un modelo relacional)</vt:lpstr>
      <vt:lpstr>5.3 Aplicar normalización al problema (indicar el estado de las tablas en cada FN aplicada)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Compendio ejercicios I</dc:title>
  <dc:creator>Lisibonny Eustina Beato</dc:creator>
  <cp:lastModifiedBy>Lisibonny Eustina Beato</cp:lastModifiedBy>
  <cp:revision>25</cp:revision>
  <dcterms:created xsi:type="dcterms:W3CDTF">2022-06-02T19:49:05Z</dcterms:created>
  <dcterms:modified xsi:type="dcterms:W3CDTF">2026-02-04T23:37:12Z</dcterms:modified>
</cp:coreProperties>
</file>